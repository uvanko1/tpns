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908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274320"/>
            <a:ext cx="1371600" cy="1371600"/>
          </a:xfrm>
          <a:prstGeom prst="ellipse">
            <a:avLst/>
          </a:prstGeom>
          <a:solidFill>
            <a:srgbClr val="5EEAD4">
              <a:alpha val="20000"/>
            </a:srgbClr>
          </a:solidFill>
          <a:ln w="12700">
            <a:solidFill>
              <a:srgbClr val="5EEA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240280"/>
            <a:ext cx="10972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097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Recurrent Unit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рекуррентных нейронных сетей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нужен GRU?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566160"/>
          </a:xfrm>
          <a:prstGeom prst="rect">
            <a:avLst/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 RNN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Затухающий градиент при длинных последовательностях
</a:t>
            </a: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могут хранить долгосрочные зависимости
</a:t>
            </a: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Обучаются медленно и нестабильно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9160" y="257860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931920" cy="3566160"/>
          </a:xfrm>
          <a:prstGeom prst="rect">
            <a:avLst/>
          </a:prstGeom>
          <a:solidFill>
            <a:srgbClr val="F0FDFA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GRU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Вентильный механизм управления потоком информации
</a:t>
            </a: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Выборочное сохранение и забывание данных
</a:t>
            </a: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параметров, чем LSTM — быстрее обучается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вентиля GRU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566160"/>
          </a:xfrm>
          <a:prstGeom prst="rect">
            <a:avLst/>
          </a:prstGeom>
          <a:solidFill>
            <a:srgbClr val="F5F3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3566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Вентиль сброса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  (r)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82880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rₜ = σ(Wᵣ · [hₜ₋₁, xₜ])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Управляет тем, насколько прошлое состояние влияет на кандидата нового состояния.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rₜ → 0, предыдущий контекст «забывается».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rₜ → 1, прошлое полностью учитывается.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566160"/>
          </a:xfrm>
          <a:prstGeom prst="rect">
            <a:avLst/>
          </a:prstGeom>
          <a:solidFill>
            <a:srgbClr val="F0FDFA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051560"/>
            <a:ext cx="109728" cy="3566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11430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Вентиль обновления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  (z)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47488" y="182880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zₜ = σ(Wᵤ · [hₜ₋₁, xₜ])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Определяет баланс между старым скрытым состоянием и новым кандидатом.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zₜ → 0, состояние сохраняется.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zₜ → 1, состояние полностью обновляется.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 GRU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61288"/>
            <a:ext cx="411480" cy="41148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Вентиль сброса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399032"/>
            <a:ext cx="777240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39903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rₜ = σ( Wᵣ · [hₜ₋₁, xₜ] + bᵣ 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411480" cy="41148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Вентиль обновления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359152"/>
            <a:ext cx="777240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359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zₜ = σ( Wᵤ · [hₜ₋₁, xₜ] + bᵤ 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081528"/>
            <a:ext cx="411480" cy="41148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 состояния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319272"/>
            <a:ext cx="777240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3192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h̃ₜ = tanh( W · [rₜ ⊙ hₜ₋₁, xₜ] + b 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4041648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41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931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Новое скрытое состояние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279392"/>
            <a:ext cx="777240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2793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 = (1 − zₜ) ⊙ hₜ₋₁  +  zₜ ⊙ h̃ₜ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сигмоид   tanh = гиперб. тангенс   ⊙ = поэлементное умножение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vs LSTM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200400" cy="502920"/>
          </a:xfrm>
          <a:prstGeom prst="rect">
            <a:avLst/>
          </a:prstGeom>
          <a:solidFill>
            <a:srgbClr val="1B2E4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20440" y="1051560"/>
            <a:ext cx="26517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051560"/>
            <a:ext cx="2651760" cy="502920"/>
          </a:xfrm>
          <a:prstGeom prst="rect">
            <a:avLst/>
          </a:prstGeom>
          <a:solidFill>
            <a:srgbClr val="4B556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554480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544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вентилей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20440" y="1554480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5544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(reset, update)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5544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(input, forget, output)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2084832"/>
            <a:ext cx="320040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8483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Ячейка состояния (cell state)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520440" y="2084832"/>
            <a:ext cx="265176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08483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2084832"/>
            <a:ext cx="265176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08483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2615184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61518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Параметров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20440" y="2615184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61518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2615184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61518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20040" y="3145536"/>
            <a:ext cx="320040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14553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обучения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520440" y="3145536"/>
            <a:ext cx="265176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14553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72200" y="3145536"/>
            <a:ext cx="265176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14553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Медленнее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20040" y="3675888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67588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(длинные посл.)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520440" y="3675888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36758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Немного уступает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172200" y="3675888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6758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Немного лучше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20040" y="4206240"/>
            <a:ext cx="320040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2062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Простота реализации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520440" y="4206240"/>
            <a:ext cx="265176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0440" y="420624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Проще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172200" y="4206240"/>
            <a:ext cx="2651760" cy="5303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420624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Сложнее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Применения GRU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07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21031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Машинный перевод, анализ тональности, генерация текста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9728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207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🔊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154680" y="1737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Речь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4408" y="21031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и синтез речи в реальном времени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09728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207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989320" y="1737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Временные ряды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99048" y="210312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акций, погоды, IoT-данных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8036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900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🎵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0040" y="3520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Музыка и видео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" y="388620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мелодий, субтитры, предсказание кадров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88036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88036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29900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154680" y="3520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и роботика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64408" y="388620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агентов с памятью о прошлых состояниях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89320" y="2880360"/>
            <a:ext cx="265176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288036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9900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989320" y="3520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99048" y="388620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ЭКГ, историй болезней, клинических событий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5EEAD4">
              <a:alpha val="15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74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005840"/>
            <a:ext cx="7772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887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1887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— эффективная альтернатива LSTM с меньшим числом параметров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9019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вентиля (reset &amp; update) управляют памятью сети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61518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подходит для задач, где важна скорость обучения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32841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32841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Широко применяется в NLP, анализе временных рядов и речи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04164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0416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между GRU и LSTM зависит от задачи и объёма данных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446</Words>
  <Application>Microsoft Office PowerPoint</Application>
  <PresentationFormat>Экран (16:9)</PresentationFormat>
  <Paragraphs>96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 GRU</dc:title>
  <dc:subject>PptxGenJS Presentation</dc:subject>
  <dc:creator>PptxGenJS</dc:creator>
  <cp:lastModifiedBy>Иван Перепечаев</cp:lastModifiedBy>
  <cp:revision>3</cp:revision>
  <dcterms:created xsi:type="dcterms:W3CDTF">2026-05-18T14:12:35Z</dcterms:created>
  <dcterms:modified xsi:type="dcterms:W3CDTF">2026-05-21T05:42:40Z</dcterms:modified>
</cp:coreProperties>
</file>